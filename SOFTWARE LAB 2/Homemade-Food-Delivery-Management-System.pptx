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6" r:id="rId14"/>
  </p:sldIdLst>
  <p:sldSz cx="9144000" cy="5143500" type="screen16x9"/>
  <p:notesSz cx="5143500" cy="9144000"/>
  <p:embeddedFontLst>
    <p:embeddedFont>
      <p:font typeface="Alexandria Medium" panose="020B0604020202020204" charset="-7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anrop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64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67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5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hyperlink" Target="https://localchefbazar50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1448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Homemade Food Delivery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11306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Course Code: CSE-416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Software Project Design and Development Lab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658814"/>
            <a:ext cx="975271" cy="275927"/>
          </a:xfrm>
          <a:prstGeom prst="roundRect">
            <a:avLst>
              <a:gd name="adj" fmla="val 61654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936" y="2706067"/>
            <a:ext cx="7956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SUBMITTED TO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3094211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Mr. Al-Imtiaz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Associate Professor &amp; Head, Dept. of CSE, UITS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35201" y="2658814"/>
            <a:ext cx="954732" cy="275927"/>
          </a:xfrm>
          <a:prstGeom prst="roundRect">
            <a:avLst>
              <a:gd name="adj" fmla="val 61654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25019" y="2706067"/>
            <a:ext cx="7750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SUBMITTED BY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35201" y="3094211"/>
            <a:ext cx="21884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Md. Mefazur Rahman · Md. Shoyaif Rahman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53 · Spring 7th · Section 7A2 · 13/05/2026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522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Home Made Food  System?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0379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web platform connecting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home cooks (Sellers)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food lovers (Customers)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through a seamless, transparent ordering ecosystem.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16894"/>
            <a:ext cx="2290465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5634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Sellers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869927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Register, list meals, manage food items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416894"/>
            <a:ext cx="2290539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5634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86992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Browse, favorite, order &amp; pay securely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611835"/>
            <a:ext cx="4722763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7583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Admins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06486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 posts, manage users, monitor orders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8910"/>
            <a:ext cx="24919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Manual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33029" y="780529"/>
            <a:ext cx="808658" cy="168325"/>
          </a:xfrm>
          <a:prstGeom prst="roundRect">
            <a:avLst>
              <a:gd name="adj" fmla="val 71063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1192783" y="810369"/>
            <a:ext cx="689149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GETTING STARTED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33029" y="1027658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1182663"/>
            <a:ext cx="2245891" cy="1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029" y="126102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Register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33029" y="1458739"/>
            <a:ext cx="2245891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Visit homepage → click Register → select role (Customer / Seller)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448943" y="1027658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943" y="1182663"/>
            <a:ext cx="2245965" cy="1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8943" y="126102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Fill Profile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48943" y="1458739"/>
            <a:ext cx="2245965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Name, email, photo, address, password → submit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764932" y="1027658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932" y="1182663"/>
            <a:ext cx="2245965" cy="142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64932" y="126102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Login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764932" y="1458739"/>
            <a:ext cx="224596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 registered email &amp; password. Admins use the Admin Login portal.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1133029" y="1873895"/>
            <a:ext cx="1386408" cy="168325"/>
          </a:xfrm>
          <a:prstGeom prst="roundRect">
            <a:avLst>
              <a:gd name="adj" fmla="val 71063"/>
            </a:avLst>
          </a:prstGeom>
          <a:solidFill>
            <a:srgbClr val="CDEFFE"/>
          </a:solidFill>
          <a:ln/>
        </p:spPr>
      </p:sp>
      <p:sp>
        <p:nvSpPr>
          <p:cNvPr id="18" name="Text 13"/>
          <p:cNvSpPr/>
          <p:nvPr/>
        </p:nvSpPr>
        <p:spPr>
          <a:xfrm>
            <a:off x="1192783" y="1913706"/>
            <a:ext cx="1266899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 INTERFACE SHOWCASE</a:t>
            </a:r>
            <a:endParaRPr lang="en-US" sz="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91" y="2186583"/>
            <a:ext cx="1657276" cy="1657276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764" y="2186583"/>
            <a:ext cx="1657350" cy="165735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812" y="2186583"/>
            <a:ext cx="1657276" cy="1657276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785" y="2186583"/>
            <a:ext cx="1657350" cy="165735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133029" y="4067101"/>
            <a:ext cx="805830" cy="177850"/>
          </a:xfrm>
          <a:prstGeom prst="roundRect">
            <a:avLst>
              <a:gd name="adj" fmla="val 67257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1197546" y="4111675"/>
            <a:ext cx="67679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CHEF DASHBOARD</a:t>
            </a:r>
            <a:endParaRPr lang="en-US" sz="600" dirty="0"/>
          </a:p>
        </p:txBody>
      </p:sp>
      <p:sp>
        <p:nvSpPr>
          <p:cNvPr id="25" name="Text 16"/>
          <p:cNvSpPr/>
          <p:nvPr/>
        </p:nvSpPr>
        <p:spPr>
          <a:xfrm>
            <a:off x="1133029" y="4333726"/>
            <a:ext cx="3317304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/ Edit / Delete meal listings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 incoming Meal Orders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View &amp; update profile</a:t>
            </a:r>
            <a:endParaRPr lang="en-US" sz="750" dirty="0"/>
          </a:p>
        </p:txBody>
      </p:sp>
      <p:sp>
        <p:nvSpPr>
          <p:cNvPr id="26" name="Shape 17"/>
          <p:cNvSpPr/>
          <p:nvPr/>
        </p:nvSpPr>
        <p:spPr>
          <a:xfrm>
            <a:off x="4698281" y="4067101"/>
            <a:ext cx="1036290" cy="177850"/>
          </a:xfrm>
          <a:prstGeom prst="roundRect">
            <a:avLst>
              <a:gd name="adj" fmla="val 67257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762798" y="4111675"/>
            <a:ext cx="90725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DASHBOARD</a:t>
            </a:r>
            <a:endParaRPr lang="en-US" sz="600" dirty="0"/>
          </a:p>
        </p:txBody>
      </p:sp>
      <p:sp>
        <p:nvSpPr>
          <p:cNvPr id="28" name="Text 19"/>
          <p:cNvSpPr/>
          <p:nvPr/>
        </p:nvSpPr>
        <p:spPr>
          <a:xfrm>
            <a:off x="4698281" y="4333726"/>
            <a:ext cx="3317304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Browse &amp; filter approved food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to Favorites → Place Order</a:t>
            </a:r>
            <a:endParaRPr lang="en-US" sz="7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 via Stripe · Track order status</a:t>
            </a:r>
            <a:endParaRPr lang="en-US" sz="7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605B70-5FB9-4DD0-8234-B49742A82F6A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35502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Admin Dashboard &amp; System Constraints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126531" y="509290"/>
            <a:ext cx="1599381" cy="476994"/>
          </a:xfrm>
          <a:prstGeom prst="roundRect">
            <a:avLst>
              <a:gd name="adj" fmla="val 22291"/>
            </a:avLst>
          </a:prstGeom>
          <a:solidFill>
            <a:srgbClr val="FFFF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06898" y="589657"/>
            <a:ext cx="9944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Approve / Reject Posts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2206898" y="735806"/>
            <a:ext cx="143864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seller submissions with optional feedback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>
            <a:off x="2126531" y="1021705"/>
            <a:ext cx="1599381" cy="391939"/>
          </a:xfrm>
          <a:prstGeom prst="roundRect">
            <a:avLst>
              <a:gd name="adj" fmla="val 27128"/>
            </a:avLst>
          </a:prstGeom>
          <a:solidFill>
            <a:srgbClr val="FFFF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6898" y="11020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Manage Users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206898" y="1248221"/>
            <a:ext cx="143864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Activate, deactivate, or remove accounts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2126531" y="1449065"/>
            <a:ext cx="1599381" cy="476994"/>
          </a:xfrm>
          <a:prstGeom prst="roundRect">
            <a:avLst>
              <a:gd name="adj" fmla="val 22291"/>
            </a:avLst>
          </a:prstGeom>
          <a:solidFill>
            <a:srgbClr val="FFFF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6898" y="152943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 Orders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206898" y="1675581"/>
            <a:ext cx="143864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order details, payment &amp; delivery progress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126531" y="1961480"/>
            <a:ext cx="1599381" cy="476994"/>
          </a:xfrm>
          <a:prstGeom prst="roundRect">
            <a:avLst>
              <a:gd name="adj" fmla="val 22291"/>
            </a:avLst>
          </a:prstGeom>
          <a:solidFill>
            <a:srgbClr val="FFFF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6898" y="204184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Reporting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06898" y="2187997"/>
            <a:ext cx="143864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Order volume, active users, delivery performance</a:t>
            </a:r>
            <a:endParaRPr lang="en-US" sz="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613" y="538311"/>
            <a:ext cx="3118545" cy="187106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126531" y="2518097"/>
            <a:ext cx="917749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17" name="Text 14"/>
          <p:cNvSpPr/>
          <p:nvPr/>
        </p:nvSpPr>
        <p:spPr>
          <a:xfrm>
            <a:off x="2169021" y="2539305"/>
            <a:ext cx="83276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MANAGEMENT INTERFACE</a:t>
            </a:r>
            <a:endParaRPr lang="en-US" sz="400" dirty="0"/>
          </a:p>
        </p:txBody>
      </p:sp>
      <p:sp>
        <p:nvSpPr>
          <p:cNvPr id="18" name="Shape 15"/>
          <p:cNvSpPr/>
          <p:nvPr/>
        </p:nvSpPr>
        <p:spPr>
          <a:xfrm>
            <a:off x="3079700" y="2518097"/>
            <a:ext cx="1021556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19" name="Text 16"/>
          <p:cNvSpPr/>
          <p:nvPr/>
        </p:nvSpPr>
        <p:spPr>
          <a:xfrm>
            <a:off x="3122191" y="2539305"/>
            <a:ext cx="936575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REQUEST MANAGEMENT INTERFACE</a:t>
            </a:r>
            <a:endParaRPr lang="en-US" sz="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31" y="2708151"/>
            <a:ext cx="2359000" cy="2775272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232" y="2708151"/>
            <a:ext cx="2359000" cy="277527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298D58C-14F4-4808-A7AD-92528528CCC4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8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85317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633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940496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 · Tailwind CSS · HTML5 · JavaScript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1585317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633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940496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Node.js · Express.js · RESTful APIs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50827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4994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806005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 — cloud-based storage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553" y="245082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4994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Auth &amp; Security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806005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Firebase Auth · JWT · Role-based access control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31633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3650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Payment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671515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Stripe — secure online transactions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0553" y="3316337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3650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671515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Netlify (frontend) · Vercel (backend)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96119" y="405779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Geographic Coverage: Available in 64 Districts</a:t>
            </a:r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5A061A-8AEB-4086-9CBD-9DCBCA63165A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85229"/>
            <a:ext cx="303951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Rider &amp; Customer Features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721593"/>
            <a:ext cx="3022550" cy="29831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38721" y="3770114"/>
            <a:ext cx="1033463" cy="159321"/>
          </a:xfrm>
          <a:prstGeom prst="roundRect">
            <a:avLst>
              <a:gd name="adj" fmla="val 68405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97955" y="3802112"/>
            <a:ext cx="914995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5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RIDER REGISTRATION FORM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1438721" y="3994845"/>
            <a:ext cx="302255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Empowering riders to join the delivery network with a simple registration experience and easy management of delivery details.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491" y="721593"/>
            <a:ext cx="3022550" cy="35558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87491" y="4342879"/>
            <a:ext cx="823317" cy="159321"/>
          </a:xfrm>
          <a:prstGeom prst="roundRect">
            <a:avLst>
              <a:gd name="adj" fmla="val 68405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46724" y="4374877"/>
            <a:ext cx="704850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5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REVIEWS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4687491" y="4567610"/>
            <a:ext cx="302255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 can share feedback and ratings to help maintain quality, transparency, and trust across the platform.</a:t>
            </a:r>
            <a:endParaRPr lang="en-US" sz="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15559-66FF-4631-9863-C35939775D56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02654"/>
            <a:ext cx="760191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Functional &amp; Non-Functional Requirements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199257"/>
            <a:ext cx="835819" cy="260821"/>
          </a:xfrm>
          <a:prstGeom prst="roundRect">
            <a:avLst>
              <a:gd name="adj" fmla="val 64206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572095" y="1241078"/>
            <a:ext cx="66838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FUNCTIONAL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93" y="1618841"/>
            <a:ext cx="209327" cy="209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59" y="1614562"/>
            <a:ext cx="141736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Auth &amp; Sessions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41859" y="1969963"/>
            <a:ext cx="141736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Multi-role login, RBAC, secure session management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210" y="1618841"/>
            <a:ext cx="209327" cy="2093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84376" y="1614562"/>
            <a:ext cx="1417439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Food Posting &amp; Approval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984376" y="2187997"/>
            <a:ext cx="141743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Chef adds/edits/deletes; Admin approves before publish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93" y="3352837"/>
            <a:ext cx="209327" cy="2093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1859" y="3348558"/>
            <a:ext cx="1417365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Ordering &amp; Payment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41859" y="3921993"/>
            <a:ext cx="141736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Browse → Order → Stripe payment → auto confirmation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210" y="3352837"/>
            <a:ext cx="209327" cy="2093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84376" y="3348558"/>
            <a:ext cx="1417439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Delivery Management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2984376" y="3921993"/>
            <a:ext cx="141743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Chef confirms; customer tracks real-time status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46947" y="1199257"/>
            <a:ext cx="1125736" cy="270346"/>
          </a:xfrm>
          <a:prstGeom prst="roundRect">
            <a:avLst>
              <a:gd name="adj" fmla="val 61944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35426" y="1245840"/>
            <a:ext cx="94877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NON-FUNCTIONAL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746947" y="1624087"/>
            <a:ext cx="1888034" cy="1086892"/>
          </a:xfrm>
          <a:prstGeom prst="roundRect">
            <a:avLst>
              <a:gd name="adj" fmla="val 192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891236" y="1768376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891236" y="2123777"/>
            <a:ext cx="1599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concurrent users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772349" y="1624087"/>
            <a:ext cx="1888034" cy="1086892"/>
          </a:xfrm>
          <a:prstGeom prst="roundRect">
            <a:avLst>
              <a:gd name="adj" fmla="val 192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16638" y="1768376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916638" y="2123777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Encrypted passwords · RBAC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46947" y="2848347"/>
            <a:ext cx="1888034" cy="1086892"/>
          </a:xfrm>
          <a:prstGeom prst="roundRect">
            <a:avLst>
              <a:gd name="adj" fmla="val 192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91236" y="2992636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91236" y="3348038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Fully responsive · multi-browser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772349" y="2848347"/>
            <a:ext cx="1888034" cy="1086892"/>
          </a:xfrm>
          <a:prstGeom prst="roundRect">
            <a:avLst>
              <a:gd name="adj" fmla="val 1925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916638" y="2992636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916638" y="3348038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Designed for growing user base</a:t>
            </a:r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A4D0E8-3E12-43A0-97E1-0205C5388E13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7915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 &amp; Modules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509290"/>
            <a:ext cx="3118545" cy="1427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0877" y="707424"/>
            <a:ext cx="689854" cy="8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4410877" y="818184"/>
            <a:ext cx="760373" cy="10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 for storage and queries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2209476" y="1176525"/>
            <a:ext cx="689854" cy="8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65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Application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2200278" y="1287285"/>
            <a:ext cx="699052" cy="10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4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Node.js, Express, JWT, REST APIs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410877" y="1418740"/>
            <a:ext cx="689854" cy="8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Presentation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4410877" y="1529500"/>
            <a:ext cx="760373" cy="10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 with Tailwind CSS for UI</a:t>
            </a:r>
            <a:endParaRPr lang="en-US" sz="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705" y="2323542"/>
            <a:ext cx="3118545" cy="25228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74003" y="2687389"/>
            <a:ext cx="568821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13" name="Text 8"/>
          <p:cNvSpPr/>
          <p:nvPr/>
        </p:nvSpPr>
        <p:spPr>
          <a:xfrm>
            <a:off x="5816493" y="2708597"/>
            <a:ext cx="48384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SYSTEM MODULES</a:t>
            </a:r>
            <a:endParaRPr lang="en-US" sz="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478" y="2828106"/>
            <a:ext cx="19050" cy="3353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63895" y="283763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Management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5863895" y="2983781"/>
            <a:ext cx="150948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Registration, login, RBAC for Admin, Chef, Customer</a:t>
            </a:r>
            <a:endParaRPr lang="en-US" sz="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478" y="3215208"/>
            <a:ext cx="19050" cy="2502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63895" y="322473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Meal Management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5863895" y="3370883"/>
            <a:ext cx="150948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Chef CRUD; Admin approval workflow</a:t>
            </a:r>
            <a:endParaRPr lang="en-US" sz="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478" y="3517255"/>
            <a:ext cx="19050" cy="25025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63895" y="3526780"/>
            <a:ext cx="9208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Browsing &amp; Ordering</a:t>
            </a:r>
            <a:endParaRPr lang="en-US" sz="650" dirty="0"/>
          </a:p>
        </p:txBody>
      </p:sp>
      <p:sp>
        <p:nvSpPr>
          <p:cNvPr id="22" name="Text 14"/>
          <p:cNvSpPr/>
          <p:nvPr/>
        </p:nvSpPr>
        <p:spPr>
          <a:xfrm>
            <a:off x="5863895" y="3672929"/>
            <a:ext cx="150948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Search, filter, cart, place order</a:t>
            </a:r>
            <a:endParaRPr lang="en-US" sz="5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478" y="3819302"/>
            <a:ext cx="19050" cy="25025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863895" y="3828827"/>
            <a:ext cx="9024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Payment Processing</a:t>
            </a:r>
            <a:endParaRPr lang="en-US" sz="650" dirty="0"/>
          </a:p>
        </p:txBody>
      </p:sp>
      <p:sp>
        <p:nvSpPr>
          <p:cNvPr id="25" name="Text 16"/>
          <p:cNvSpPr/>
          <p:nvPr/>
        </p:nvSpPr>
        <p:spPr>
          <a:xfrm>
            <a:off x="5863895" y="3974976"/>
            <a:ext cx="150948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Stripe integration, confirmation</a:t>
            </a:r>
            <a:endParaRPr lang="en-US" sz="5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478" y="4121348"/>
            <a:ext cx="19050" cy="33531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863895" y="413087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Admin Dashboard</a:t>
            </a:r>
            <a:endParaRPr lang="en-US" sz="650" dirty="0"/>
          </a:p>
        </p:txBody>
      </p:sp>
      <p:sp>
        <p:nvSpPr>
          <p:cNvPr id="28" name="Text 18"/>
          <p:cNvSpPr/>
          <p:nvPr/>
        </p:nvSpPr>
        <p:spPr>
          <a:xfrm>
            <a:off x="5863895" y="4277023"/>
            <a:ext cx="150948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Analytics, approvals, user &amp; order management</a:t>
            </a:r>
            <a:endParaRPr lang="en-US" sz="5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BC5061-8005-44EF-9016-5B86847CC050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Diagrams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126531" y="487189"/>
            <a:ext cx="342900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2169021" y="508397"/>
            <a:ext cx="25791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CASE</a:t>
            </a:r>
            <a:endParaRPr lang="en-US" sz="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1A8F6-7F57-498A-90B3-386526047FF7}"/>
              </a:ext>
            </a:extLst>
          </p:cNvPr>
          <p:cNvGrpSpPr/>
          <p:nvPr/>
        </p:nvGrpSpPr>
        <p:grpSpPr>
          <a:xfrm>
            <a:off x="5423987" y="1973719"/>
            <a:ext cx="1599381" cy="866255"/>
            <a:chOff x="5422776" y="1570955"/>
            <a:chExt cx="1599381" cy="866255"/>
          </a:xfrm>
        </p:grpSpPr>
        <p:sp>
          <p:nvSpPr>
            <p:cNvPr id="6" name="Text 3"/>
            <p:cNvSpPr/>
            <p:nvPr/>
          </p:nvSpPr>
          <p:spPr>
            <a:xfrm>
              <a:off x="5422776" y="1570955"/>
              <a:ext cx="1599381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550" b="1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Fig-1: Use Case Diagram</a:t>
              </a:r>
              <a:endParaRPr lang="en-US" sz="5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422776" y="1687860"/>
              <a:ext cx="1599381" cy="255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650"/>
                </a:lnSpc>
                <a:buNone/>
              </a:pP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Shows interactions between four actors — </a:t>
              </a:r>
              <a:r>
                <a:rPr lang="en-US" sz="550" b="1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Customer, Seller, Rider, Admin</a:t>
              </a: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 — and core system functions.</a:t>
              </a:r>
              <a:endParaRPr lang="en-US" sz="5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422776" y="1974875"/>
              <a:ext cx="1599381" cy="4623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650"/>
                </a:lnSpc>
                <a:buSzPct val="100000"/>
                <a:buChar char="•"/>
              </a:pP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Customer: Search, Cart, Pay, Track</a:t>
              </a:r>
              <a:endParaRPr lang="en-US" sz="550" dirty="0"/>
            </a:p>
            <a:p>
              <a:pPr marL="342900" indent="-342900" algn="l">
                <a:lnSpc>
                  <a:spcPts val="650"/>
                </a:lnSpc>
                <a:buSzPct val="100000"/>
                <a:buChar char="•"/>
              </a:pP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Seller: Add/Update/Delete Food, View Orders</a:t>
              </a:r>
              <a:endParaRPr lang="en-US" sz="550" dirty="0"/>
            </a:p>
            <a:p>
              <a:pPr marL="342900" indent="-342900" algn="l">
                <a:lnSpc>
                  <a:spcPts val="650"/>
                </a:lnSpc>
                <a:buSzPct val="100000"/>
                <a:buChar char="•"/>
              </a:pP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Rider: Accept &amp; Update Delivery</a:t>
              </a:r>
              <a:endParaRPr lang="en-US" sz="550" dirty="0"/>
            </a:p>
            <a:p>
              <a:pPr marL="342900" indent="-342900" algn="l">
                <a:lnSpc>
                  <a:spcPts val="650"/>
                </a:lnSpc>
                <a:buSzPct val="100000"/>
                <a:buChar char="•"/>
              </a:pPr>
              <a:r>
                <a:rPr lang="en-US" sz="550" dirty="0">
                  <a:solidFill>
                    <a:srgbClr val="5B6E8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Admin: Approve Posts, Assign Rider, Manage Users</a:t>
              </a:r>
              <a:endParaRPr lang="en-US" sz="550" dirty="0"/>
            </a:p>
          </p:txBody>
        </p:sp>
      </p:grpSp>
      <p:pic>
        <p:nvPicPr>
          <p:cNvPr id="18" name="Image 2">
            <a:extLst>
              <a:ext uri="{FF2B5EF4-FFF2-40B4-BE49-F238E27FC236}">
                <a16:creationId xmlns:a16="http://schemas.microsoft.com/office/drawing/2014/main" id="{CF515C43-FFB2-4AFB-921D-F9077EF26C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2317" y="857147"/>
            <a:ext cx="3400450" cy="342920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3E64DA-3812-45CF-ABA4-17BB7CF2C019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Diagrams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169022" y="650077"/>
            <a:ext cx="479227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10" name="Text 7"/>
          <p:cNvSpPr/>
          <p:nvPr/>
        </p:nvSpPr>
        <p:spPr>
          <a:xfrm>
            <a:off x="2211512" y="671285"/>
            <a:ext cx="39424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ACTIVITY FLOW</a:t>
            </a:r>
            <a:endParaRPr lang="en-US" sz="400" dirty="0"/>
          </a:p>
        </p:txBody>
      </p:sp>
      <p:sp>
        <p:nvSpPr>
          <p:cNvPr id="12" name="Text 8"/>
          <p:cNvSpPr/>
          <p:nvPr/>
        </p:nvSpPr>
        <p:spPr>
          <a:xfrm>
            <a:off x="5245449" y="2341438"/>
            <a:ext cx="159938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Fig-2: Activity Diagram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5245449" y="2458343"/>
            <a:ext cx="1599381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Step-by-step order flow: Login → Search → Cart → Place Order → Payment → Rider Assignment → Delivery Tracking.</a:t>
            </a:r>
            <a:endParaRPr lang="en-US" sz="550" dirty="0"/>
          </a:p>
        </p:txBody>
      </p:sp>
      <p:sp>
        <p:nvSpPr>
          <p:cNvPr id="14" name="Shape 10"/>
          <p:cNvSpPr/>
          <p:nvPr/>
        </p:nvSpPr>
        <p:spPr>
          <a:xfrm>
            <a:off x="5245449" y="2753320"/>
            <a:ext cx="1599381" cy="375568"/>
          </a:xfrm>
          <a:prstGeom prst="roundRect">
            <a:avLst>
              <a:gd name="adj" fmla="val 28311"/>
            </a:avLst>
          </a:prstGeom>
          <a:solidFill>
            <a:srgbClr val="B6D6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91" y="2846561"/>
            <a:ext cx="88553" cy="70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75686" y="2806452"/>
            <a:ext cx="129830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Online Payment: processed via Stripe. Cash on Delivery: confirmed directly by Admin.</a:t>
            </a:r>
            <a:endParaRPr lang="en-US" sz="550" dirty="0"/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78DD353D-29E2-442C-A8F1-1E69213971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0047" y="739299"/>
            <a:ext cx="1948506" cy="38348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592FDD5-BB48-489E-A25E-5988E78AD23A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9868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4509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Class &amp; Swimlane Diagrams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126531" y="487189"/>
            <a:ext cx="516285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2169021" y="508397"/>
            <a:ext cx="431304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 DIAGRAM</a:t>
            </a:r>
            <a:endParaRPr lang="en-US" sz="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059" y="864553"/>
            <a:ext cx="2073920" cy="2634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2776" y="1662113"/>
            <a:ext cx="159938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Fig-3: Class Diagram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5422776" y="1779017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Entities: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User, Admin, Seller, Customer, Rider, Food, Order, Payment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22776" y="1980977"/>
            <a:ext cx="1599381" cy="36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is base class for Admin, Seller, Customer</a:t>
            </a:r>
            <a:endParaRPr lang="en-US" sz="550" dirty="0"/>
          </a:p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 approves Food; Seller posts Food</a:t>
            </a:r>
            <a:endParaRPr lang="en-US" sz="550" dirty="0"/>
          </a:p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places Orders; Order assigned to Rider &amp; Payment</a:t>
            </a:r>
            <a:endParaRPr lang="en-US" sz="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C859E3-B6C2-44BA-B146-37582A9AC74C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4509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Class &amp; Swimlane Diagrams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126531" y="1207963"/>
            <a:ext cx="624855" cy="110430"/>
          </a:xfrm>
          <a:prstGeom prst="roundRect">
            <a:avLst>
              <a:gd name="adj" fmla="val 77026"/>
            </a:avLst>
          </a:prstGeom>
          <a:solidFill>
            <a:srgbClr val="CDEFFE"/>
          </a:solidFill>
          <a:ln/>
        </p:spPr>
      </p:sp>
      <p:sp>
        <p:nvSpPr>
          <p:cNvPr id="10" name="Text 7"/>
          <p:cNvSpPr/>
          <p:nvPr/>
        </p:nvSpPr>
        <p:spPr>
          <a:xfrm>
            <a:off x="2169021" y="1229171"/>
            <a:ext cx="539874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SWIMLANE DIAGRAM</a:t>
            </a:r>
            <a:endParaRPr lang="en-US" sz="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398017"/>
            <a:ext cx="3118545" cy="19929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776" y="1977256"/>
            <a:ext cx="159938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Fig-4: Swimlane Diagram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5422776" y="2094160"/>
            <a:ext cx="1599381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order lifecycle across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stakeholders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Customer · Seller · Admin · Rider · System/Payment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5422776" y="2381176"/>
            <a:ext cx="1599381" cy="44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places order → triggers payment &amp; Admin review</a:t>
            </a:r>
            <a:endParaRPr lang="en-US" sz="550" dirty="0"/>
          </a:p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 assigns Rider → Rider delivers &amp; updates status</a:t>
            </a:r>
            <a:endParaRPr lang="en-US" sz="550" dirty="0"/>
          </a:p>
          <a:p>
            <a:pPr marL="342900" indent="-342900" algn="l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receives live tracking notification</a:t>
            </a:r>
            <a:endParaRPr lang="en-US" sz="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6041E-5D51-48C0-8D7A-1F8C768A93F9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8641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8020"/>
            <a:ext cx="5616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Conclusion &amp; Course Alignment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452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Chef Bazar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 complete MERN stack marketplace connecting local chefs with food lovers.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0080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700808"/>
            <a:ext cx="76200" cy="10817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1861617"/>
            <a:ext cx="18594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CO1 — System Design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16812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SRS, UML diagrams, full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70080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1700808"/>
            <a:ext cx="76200" cy="10817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8560" y="1861617"/>
            <a:ext cx="1778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CO2 — Modern Tools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8560" y="216812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MERN stack, Stripe, Firebase, JWT, RBAC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25083" y="1700808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700808"/>
            <a:ext cx="76200" cy="10817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3042" y="1861617"/>
            <a:ext cx="2183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CO3 — Quality Assurance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43042" y="2168128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 approval workflow, testing &amp; validation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6119" y="2924324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2924324"/>
            <a:ext cx="76200" cy="10817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4077" y="3085133"/>
            <a:ext cx="21710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CO4 — Complex Solution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14077" y="339164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order lifecycle, multi-role, real-time tracking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60601" y="2924324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2924324"/>
            <a:ext cx="76200" cy="108175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78560" y="3085133"/>
            <a:ext cx="20314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CO5 — Communication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3478560" y="339164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documentation, UML, swimlane, user manual</a:t>
            </a:r>
            <a:endParaRPr lang="en-US" sz="1100" dirty="0"/>
          </a:p>
        </p:txBody>
      </p:sp>
      <p:pic>
        <p:nvPicPr>
          <p:cNvPr id="24" name="Image 5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165550"/>
            <a:ext cx="1489621" cy="38985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B844CFA-0751-4140-AA13-F540881219FA}"/>
              </a:ext>
            </a:extLst>
          </p:cNvPr>
          <p:cNvSpPr/>
          <p:nvPr/>
        </p:nvSpPr>
        <p:spPr>
          <a:xfrm>
            <a:off x="8015585" y="4790107"/>
            <a:ext cx="1128415" cy="353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820</Words>
  <Application>Microsoft Office PowerPoint</Application>
  <PresentationFormat>On-screen Show (16:9)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Arial</vt:lpstr>
      <vt:lpstr>Alexandria Medium</vt:lpstr>
      <vt:lpstr>Manrope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4</cp:revision>
  <dcterms:created xsi:type="dcterms:W3CDTF">2026-05-12T20:51:15Z</dcterms:created>
  <dcterms:modified xsi:type="dcterms:W3CDTF">2026-05-12T21:10:12Z</dcterms:modified>
</cp:coreProperties>
</file>